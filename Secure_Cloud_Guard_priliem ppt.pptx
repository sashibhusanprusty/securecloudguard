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3F5"/>
    <a:srgbClr val="F0F4F3"/>
    <a:srgbClr val="F4F5EF"/>
    <a:srgbClr val="EFF1F0"/>
    <a:srgbClr val="E9EDF0"/>
    <a:srgbClr val="EEF2F4"/>
    <a:srgbClr val="F2F3F7"/>
    <a:srgbClr val="EFF4F7"/>
    <a:srgbClr val="F0F1EB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91" y="-8710"/>
            <a:ext cx="16408218" cy="915270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737D93-772A-52C6-3996-00954946175C}"/>
              </a:ext>
            </a:extLst>
          </p:cNvPr>
          <p:cNvSpPr/>
          <p:nvPr/>
        </p:nvSpPr>
        <p:spPr>
          <a:xfrm>
            <a:off x="-1" y="8686800"/>
            <a:ext cx="16391527" cy="457200"/>
          </a:xfrm>
          <a:prstGeom prst="roundRect">
            <a:avLst/>
          </a:prstGeom>
          <a:solidFill>
            <a:srgbClr val="F3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BB6C75-2924-C7A6-5C96-C898C41457B9}"/>
              </a:ext>
            </a:extLst>
          </p:cNvPr>
          <p:cNvSpPr/>
          <p:nvPr/>
        </p:nvSpPr>
        <p:spPr>
          <a:xfrm>
            <a:off x="-25400" y="8686800"/>
            <a:ext cx="16256001" cy="457200"/>
          </a:xfrm>
          <a:prstGeom prst="roundRect">
            <a:avLst/>
          </a:prstGeom>
          <a:solidFill>
            <a:srgbClr val="EEF2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FA14AE-6181-6B73-A65B-D123F3B02B88}"/>
              </a:ext>
            </a:extLst>
          </p:cNvPr>
          <p:cNvSpPr/>
          <p:nvPr/>
        </p:nvSpPr>
        <p:spPr>
          <a:xfrm>
            <a:off x="-1" y="8686800"/>
            <a:ext cx="16256001" cy="457200"/>
          </a:xfrm>
          <a:prstGeom prst="round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A81C09-FFF7-A30A-668E-5B5052EB49C2}"/>
              </a:ext>
            </a:extLst>
          </p:cNvPr>
          <p:cNvSpPr/>
          <p:nvPr/>
        </p:nvSpPr>
        <p:spPr>
          <a:xfrm>
            <a:off x="-1" y="8686800"/>
            <a:ext cx="16256001" cy="457200"/>
          </a:xfrm>
          <a:prstGeom prst="roundRect">
            <a:avLst/>
          </a:prstGeom>
          <a:solidFill>
            <a:srgbClr val="F0F0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699AF7-C2AE-D0F5-A7C8-CA9FA948EF5B}"/>
              </a:ext>
            </a:extLst>
          </p:cNvPr>
          <p:cNvSpPr/>
          <p:nvPr/>
        </p:nvSpPr>
        <p:spPr>
          <a:xfrm>
            <a:off x="-1" y="8686800"/>
            <a:ext cx="16256001" cy="457200"/>
          </a:xfrm>
          <a:prstGeom prst="roundRect">
            <a:avLst/>
          </a:prstGeom>
          <a:solidFill>
            <a:srgbClr val="EEF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B23785-3467-DE3B-8564-3F76DD3228D5}"/>
              </a:ext>
            </a:extLst>
          </p:cNvPr>
          <p:cNvSpPr/>
          <p:nvPr/>
        </p:nvSpPr>
        <p:spPr>
          <a:xfrm>
            <a:off x="-1" y="8686800"/>
            <a:ext cx="16256001" cy="457200"/>
          </a:xfrm>
          <a:prstGeom prst="roundRect">
            <a:avLst/>
          </a:prstGeom>
          <a:solidFill>
            <a:srgbClr val="EE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6A25AC-4AE0-2082-D3B1-ACC3D4EA7933}"/>
              </a:ext>
            </a:extLst>
          </p:cNvPr>
          <p:cNvSpPr/>
          <p:nvPr/>
        </p:nvSpPr>
        <p:spPr>
          <a:xfrm>
            <a:off x="-1" y="8686800"/>
            <a:ext cx="16256001" cy="457200"/>
          </a:xfrm>
          <a:prstGeom prst="roundRect">
            <a:avLst/>
          </a:prstGeom>
          <a:solidFill>
            <a:srgbClr val="F2F1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6256000" cy="9067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7C0105-B1CF-DBDB-17F9-5D5903E90C42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B6F4D1-5592-4957-72CB-31B801F2CFED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0F1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C2C93A-E653-6FA2-F739-2513DDE5FE6C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057767-FF98-ED54-8E65-A756B5947E67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2F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0B4880-C58B-981A-B57A-3627C55F15FE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466946-D8F0-A0E2-5C87-C1DA1F076E9E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E9ED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1AFC7A-5268-6C9F-E65A-DD41003069A6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EFF1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6FA2BF-50C4-5538-0AC1-785CA841DE45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4F5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ECBCBE-365B-7B33-46A8-EF9F76F5E3BE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SL2554</dc:creator>
  <cp:lastModifiedBy>Sashi Bhusan Prusty</cp:lastModifiedBy>
  <cp:revision>2</cp:revision>
  <dcterms:created xsi:type="dcterms:W3CDTF">2006-08-16T00:00:00Z</dcterms:created>
  <dcterms:modified xsi:type="dcterms:W3CDTF">2026-07-29T18:16:42Z</dcterms:modified>
</cp:coreProperties>
</file>