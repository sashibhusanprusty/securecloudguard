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EFE6"/>
    <a:srgbClr val="F5F6F0"/>
    <a:srgbClr val="F9F6E7"/>
    <a:srgbClr val="F6F5F0"/>
    <a:srgbClr val="F3F4EE"/>
    <a:srgbClr val="EEEFE9"/>
    <a:srgbClr val="F6F6EC"/>
    <a:srgbClr val="F5F5EF"/>
    <a:srgbClr val="F4F3E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426B1FF-D9CC-D88A-7467-5E9A4C46B619}"/>
              </a:ext>
            </a:extLst>
          </p:cNvPr>
          <p:cNvSpPr/>
          <p:nvPr/>
        </p:nvSpPr>
        <p:spPr>
          <a:xfrm>
            <a:off x="9880600" y="152400"/>
            <a:ext cx="6172200" cy="1752600"/>
          </a:xfrm>
          <a:prstGeom prst="rect">
            <a:avLst/>
          </a:prstGeom>
          <a:solidFill>
            <a:srgbClr val="F8F9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 descr="CGU ODISHA - YouTube">
            <a:extLst>
              <a:ext uri="{FF2B5EF4-FFF2-40B4-BE49-F238E27FC236}">
                <a16:creationId xmlns:a16="http://schemas.microsoft.com/office/drawing/2014/main" id="{1C006663-B581-E4F7-8E7E-FC4B34B59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8900" y="38100"/>
            <a:ext cx="2095500" cy="2095500"/>
          </a:xfrm>
          <a:prstGeom prst="rect">
            <a:avLst/>
          </a:prstGeom>
          <a:effectLst>
            <a:outerShdw dir="5400000" algn="ctr" rotWithShape="0">
              <a:schemeClr val="bg2"/>
            </a:outerShdw>
            <a:softEdge rad="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0EF453C-520A-2D97-696D-6844B510C85C}"/>
              </a:ext>
            </a:extLst>
          </p:cNvPr>
          <p:cNvSpPr/>
          <p:nvPr/>
        </p:nvSpPr>
        <p:spPr>
          <a:xfrm>
            <a:off x="14909800" y="8839200"/>
            <a:ext cx="1244600" cy="266700"/>
          </a:xfrm>
          <a:prstGeom prst="rect">
            <a:avLst/>
          </a:prstGeom>
          <a:solidFill>
            <a:srgbClr val="F7FA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8677DC-3CFC-2166-D5A0-2F42F4B3391C}"/>
              </a:ext>
            </a:extLst>
          </p:cNvPr>
          <p:cNvSpPr/>
          <p:nvPr/>
        </p:nvSpPr>
        <p:spPr>
          <a:xfrm>
            <a:off x="14909800" y="8839200"/>
            <a:ext cx="1244600" cy="2667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DFF519-B000-6D56-F476-052CBC6D3BB9}"/>
              </a:ext>
            </a:extLst>
          </p:cNvPr>
          <p:cNvSpPr/>
          <p:nvPr/>
        </p:nvSpPr>
        <p:spPr>
          <a:xfrm>
            <a:off x="14909800" y="8839200"/>
            <a:ext cx="1244600" cy="266700"/>
          </a:xfrm>
          <a:prstGeom prst="rect">
            <a:avLst/>
          </a:prstGeom>
          <a:solidFill>
            <a:srgbClr val="F7F7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816973-C55B-63A7-F8FC-26B72F46F02D}"/>
              </a:ext>
            </a:extLst>
          </p:cNvPr>
          <p:cNvSpPr/>
          <p:nvPr/>
        </p:nvSpPr>
        <p:spPr>
          <a:xfrm>
            <a:off x="14909800" y="8839200"/>
            <a:ext cx="1244600" cy="266700"/>
          </a:xfrm>
          <a:prstGeom prst="rect">
            <a:avLst/>
          </a:prstGeom>
          <a:solidFill>
            <a:srgbClr val="F0F1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720D472-59D0-50F9-CB39-56C365B6CA97}"/>
              </a:ext>
            </a:extLst>
          </p:cNvPr>
          <p:cNvSpPr/>
          <p:nvPr/>
        </p:nvSpPr>
        <p:spPr>
          <a:xfrm>
            <a:off x="14909800" y="8839200"/>
            <a:ext cx="124460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6A33CF-794D-37FB-6358-680E35B51A0F}"/>
              </a:ext>
            </a:extLst>
          </p:cNvPr>
          <p:cNvSpPr/>
          <p:nvPr/>
        </p:nvSpPr>
        <p:spPr>
          <a:xfrm>
            <a:off x="14909800" y="8839200"/>
            <a:ext cx="1244600" cy="26670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7CFA8A-538D-5B4F-16C5-C9195A56E288}"/>
              </a:ext>
            </a:extLst>
          </p:cNvPr>
          <p:cNvSpPr/>
          <p:nvPr/>
        </p:nvSpPr>
        <p:spPr>
          <a:xfrm>
            <a:off x="14909800" y="8763000"/>
            <a:ext cx="1346200" cy="381000"/>
          </a:xfrm>
          <a:prstGeom prst="rect">
            <a:avLst/>
          </a:prstGeom>
          <a:solidFill>
            <a:srgbClr val="F5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DC24FAB-5282-B9D0-D090-994C7378D5DF}"/>
              </a:ext>
            </a:extLst>
          </p:cNvPr>
          <p:cNvSpPr/>
          <p:nvPr/>
        </p:nvSpPr>
        <p:spPr>
          <a:xfrm>
            <a:off x="14909800" y="8839200"/>
            <a:ext cx="1244600" cy="266700"/>
          </a:xfrm>
          <a:prstGeom prst="rect">
            <a:avLst/>
          </a:prstGeom>
          <a:solidFill>
            <a:srgbClr val="F6F6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2CF5BC4-BE9C-1A62-81B6-50D741C7C7C1}"/>
              </a:ext>
            </a:extLst>
          </p:cNvPr>
          <p:cNvSpPr/>
          <p:nvPr/>
        </p:nvSpPr>
        <p:spPr>
          <a:xfrm>
            <a:off x="14909800" y="8839200"/>
            <a:ext cx="1244600" cy="266700"/>
          </a:xfrm>
          <a:prstGeom prst="rect">
            <a:avLst/>
          </a:prstGeom>
          <a:solidFill>
            <a:srgbClr val="EE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35717B-D721-186E-2C0B-82A027BB3E3D}"/>
              </a:ext>
            </a:extLst>
          </p:cNvPr>
          <p:cNvSpPr/>
          <p:nvPr/>
        </p:nvSpPr>
        <p:spPr>
          <a:xfrm>
            <a:off x="14909800" y="8839200"/>
            <a:ext cx="1244600" cy="266700"/>
          </a:xfrm>
          <a:prstGeom prst="rect">
            <a:avLst/>
          </a:prstGeom>
          <a:solidFill>
            <a:srgbClr val="F3F4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3CAEF0-5E47-72E3-D2FC-638A59DC01F1}"/>
              </a:ext>
            </a:extLst>
          </p:cNvPr>
          <p:cNvSpPr/>
          <p:nvPr/>
        </p:nvSpPr>
        <p:spPr>
          <a:xfrm>
            <a:off x="14909800" y="8839200"/>
            <a:ext cx="1244600" cy="2667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D3CA6B-10AE-F3B6-5461-DF687D10A593}"/>
              </a:ext>
            </a:extLst>
          </p:cNvPr>
          <p:cNvSpPr/>
          <p:nvPr/>
        </p:nvSpPr>
        <p:spPr>
          <a:xfrm>
            <a:off x="14909800" y="8839200"/>
            <a:ext cx="1244600" cy="266700"/>
          </a:xfrm>
          <a:prstGeom prst="rect">
            <a:avLst/>
          </a:prstGeom>
          <a:solidFill>
            <a:srgbClr val="F9F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C48189-3B6B-446B-646D-3F67B4B6B3C8}"/>
              </a:ext>
            </a:extLst>
          </p:cNvPr>
          <p:cNvSpPr/>
          <p:nvPr/>
        </p:nvSpPr>
        <p:spPr>
          <a:xfrm>
            <a:off x="14833600" y="8610600"/>
            <a:ext cx="1422400" cy="495300"/>
          </a:xfrm>
          <a:prstGeom prst="rect">
            <a:avLst/>
          </a:prstGeom>
          <a:solidFill>
            <a:srgbClr val="F5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97FCEA-2053-4BD3-7725-DB2015EE05BC}"/>
              </a:ext>
            </a:extLst>
          </p:cNvPr>
          <p:cNvSpPr/>
          <p:nvPr/>
        </p:nvSpPr>
        <p:spPr>
          <a:xfrm>
            <a:off x="14909800" y="8839200"/>
            <a:ext cx="1244600" cy="2667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34B748D-F999-C78F-9585-C258A2B82040}"/>
              </a:ext>
            </a:extLst>
          </p:cNvPr>
          <p:cNvSpPr/>
          <p:nvPr/>
        </p:nvSpPr>
        <p:spPr>
          <a:xfrm>
            <a:off x="0" y="7848600"/>
            <a:ext cx="16256000" cy="12954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bg2">
                    <a:lumMod val="25000"/>
                  </a:schemeClr>
                </a:solidFill>
              </a:rPr>
              <a:t>Questions and Discussions </a:t>
            </a:r>
            <a:endParaRPr lang="en-IN" sz="60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</Words>
  <Application>Microsoft Office PowerPoint</Application>
  <PresentationFormat>Custom</PresentationFormat>
  <Paragraphs>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SL2554</dc:creator>
  <cp:lastModifiedBy>Sashi Bhusan Prusty</cp:lastModifiedBy>
  <cp:revision>2</cp:revision>
  <dcterms:created xsi:type="dcterms:W3CDTF">2006-08-16T00:00:00Z</dcterms:created>
  <dcterms:modified xsi:type="dcterms:W3CDTF">2026-07-31T21:48:11Z</dcterms:modified>
</cp:coreProperties>
</file>